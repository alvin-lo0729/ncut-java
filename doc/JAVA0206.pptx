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10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0F7E52-5124-E85B-85EA-E18EE0FB61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JAVA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CBABE28-F8EA-0940-1086-04B90D8EAC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3654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1503E6-2BCE-1EF5-899D-62347A56B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物件導向程式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761469-71BF-A30D-CA96-6CEFA558D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58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2BB1FD-7F7E-A83D-8D3C-BB1DE5AA7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3630CC-01DC-01C2-58F9-FBEFE15C6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14273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電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{B99AABA2-2240-4F03-B5F1-5DBEFBB15288}TF6d5feb1e-e145-43f1-b745-cb4b54c5ee9742c6fa75-22948a3009fc</Template>
  <TotalTime>42</TotalTime>
  <Words>4</Words>
  <Application>Microsoft Office PowerPoint</Application>
  <PresentationFormat>寬螢幕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6" baseType="lpstr">
      <vt:lpstr>Arial</vt:lpstr>
      <vt:lpstr>Tw Cen MT</vt:lpstr>
      <vt:lpstr>電路</vt:lpstr>
      <vt:lpstr>JAVA</vt:lpstr>
      <vt:lpstr>物件導向程式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星傑 羅</dc:creator>
  <cp:lastModifiedBy>星傑 羅</cp:lastModifiedBy>
  <cp:revision>3</cp:revision>
  <dcterms:created xsi:type="dcterms:W3CDTF">2026-02-04T12:29:30Z</dcterms:created>
  <dcterms:modified xsi:type="dcterms:W3CDTF">2026-02-04T13:11:48Z</dcterms:modified>
</cp:coreProperties>
</file>