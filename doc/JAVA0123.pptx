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2"/>
    <p:sldId id="288" r:id="rId3"/>
    <p:sldId id="289" r:id="rId4"/>
    <p:sldId id="290" r:id="rId5"/>
    <p:sldId id="291" r:id="rId6"/>
    <p:sldId id="292" r:id="rId7"/>
    <p:sldId id="293" r:id="rId8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B2AAA664-0775-419F-AA6B-56C28090E6D4}">
          <p14:sldIdLst>
            <p14:sldId id="256"/>
            <p14:sldId id="288"/>
          </p14:sldIdLst>
        </p14:section>
        <p14:section name="c4" id="{0D5C788B-F452-450C-A50B-C04D3BE99BF5}">
          <p14:sldIdLst>
            <p14:sldId id="289"/>
            <p14:sldId id="290"/>
          </p14:sldIdLst>
        </p14:section>
        <p14:section name="c4.1" id="{A07705E5-41B4-4D99-A17F-2435AAAF8884}">
          <p14:sldIdLst>
            <p14:sldId id="291"/>
          </p14:sldIdLst>
        </p14:section>
        <p14:section name="c4.2" id="{B0177F2E-A865-4AF2-B0D1-847DBAEA3BF8}">
          <p14:sldIdLst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286" autoAdjust="0"/>
  </p:normalViewPr>
  <p:slideViewPr>
    <p:cSldViewPr snapToGrid="0">
      <p:cViewPr varScale="1">
        <p:scale>
          <a:sx n="138" d="100"/>
          <a:sy n="138" d="100"/>
        </p:scale>
        <p:origin x="110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A5810C-07F1-44AE-9494-72A7A2980C1F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4075AC-DAE8-4641-B57E-2153F538AA2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9774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D5E51B-E62C-7367-1E2F-2A69853387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JAVA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D413E57-165C-5999-6063-9D211CBE7B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04439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4" name="Picture 2">
            <a:extLst>
              <a:ext uri="{FF2B5EF4-FFF2-40B4-BE49-F238E27FC236}">
                <a16:creationId xmlns:a16="http://schemas.microsoft.com/office/drawing/2014/main" id="{678E285C-BE9E-45B7-A3EE-B9792DAE9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215" name="Group 1032">
            <a:extLst>
              <a:ext uri="{FF2B5EF4-FFF2-40B4-BE49-F238E27FC236}">
                <a16:creationId xmlns:a16="http://schemas.microsoft.com/office/drawing/2014/main" id="{AB86F577-8905-4B21-8AF3-C1BB34337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34" name="Rectangle 5">
              <a:extLst>
                <a:ext uri="{FF2B5EF4-FFF2-40B4-BE49-F238E27FC236}">
                  <a16:creationId xmlns:a16="http://schemas.microsoft.com/office/drawing/2014/main" id="{D2F1CFF3-A579-4D24-B5F9-1C71BA6F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16" name="Freeform 6">
              <a:extLst>
                <a:ext uri="{FF2B5EF4-FFF2-40B4-BE49-F238E27FC236}">
                  <a16:creationId xmlns:a16="http://schemas.microsoft.com/office/drawing/2014/main" id="{57601B50-7EB1-43FA-8360-4297BCD76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17" name="Freeform 7">
              <a:extLst>
                <a:ext uri="{FF2B5EF4-FFF2-40B4-BE49-F238E27FC236}">
                  <a16:creationId xmlns:a16="http://schemas.microsoft.com/office/drawing/2014/main" id="{60BD8B7A-CD01-4638-A2C9-299AC68B9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18" name="Rectangle 8">
              <a:extLst>
                <a:ext uri="{FF2B5EF4-FFF2-40B4-BE49-F238E27FC236}">
                  <a16:creationId xmlns:a16="http://schemas.microsoft.com/office/drawing/2014/main" id="{095B58F9-6C29-48BE-9DA6-3855080521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19" name="Freeform 9">
              <a:extLst>
                <a:ext uri="{FF2B5EF4-FFF2-40B4-BE49-F238E27FC236}">
                  <a16:creationId xmlns:a16="http://schemas.microsoft.com/office/drawing/2014/main" id="{0C84674F-2E8A-4B70-B801-00722CDD5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20" name="Freeform 10">
              <a:extLst>
                <a:ext uri="{FF2B5EF4-FFF2-40B4-BE49-F238E27FC236}">
                  <a16:creationId xmlns:a16="http://schemas.microsoft.com/office/drawing/2014/main" id="{34F320BB-D6A9-45FE-8556-498B763B1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21" name="Freeform 11">
              <a:extLst>
                <a:ext uri="{FF2B5EF4-FFF2-40B4-BE49-F238E27FC236}">
                  <a16:creationId xmlns:a16="http://schemas.microsoft.com/office/drawing/2014/main" id="{5493D54A-532A-46ED-AF63-A0A54818EF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22" name="Freeform 12">
              <a:extLst>
                <a:ext uri="{FF2B5EF4-FFF2-40B4-BE49-F238E27FC236}">
                  <a16:creationId xmlns:a16="http://schemas.microsoft.com/office/drawing/2014/main" id="{EAF2EDFA-9C0B-44E2-B4BB-312B58BCA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23" name="Freeform 13">
              <a:extLst>
                <a:ext uri="{FF2B5EF4-FFF2-40B4-BE49-F238E27FC236}">
                  <a16:creationId xmlns:a16="http://schemas.microsoft.com/office/drawing/2014/main" id="{A3641113-CE35-42A4-B605-41BC06BF4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24" name="Freeform 14">
              <a:extLst>
                <a:ext uri="{FF2B5EF4-FFF2-40B4-BE49-F238E27FC236}">
                  <a16:creationId xmlns:a16="http://schemas.microsoft.com/office/drawing/2014/main" id="{DA2E5B2C-BAC4-4440-9B7E-F38783197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25" name="Freeform 15">
              <a:extLst>
                <a:ext uri="{FF2B5EF4-FFF2-40B4-BE49-F238E27FC236}">
                  <a16:creationId xmlns:a16="http://schemas.microsoft.com/office/drawing/2014/main" id="{D8A506DF-2E53-42C9-94BE-B98E32E05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26" name="Freeform 16">
              <a:extLst>
                <a:ext uri="{FF2B5EF4-FFF2-40B4-BE49-F238E27FC236}">
                  <a16:creationId xmlns:a16="http://schemas.microsoft.com/office/drawing/2014/main" id="{12934FF8-5F70-40BF-BBB6-5EB941FB9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27" name="Freeform 17">
              <a:extLst>
                <a:ext uri="{FF2B5EF4-FFF2-40B4-BE49-F238E27FC236}">
                  <a16:creationId xmlns:a16="http://schemas.microsoft.com/office/drawing/2014/main" id="{8EB3FB08-D01D-4E24-BE40-C16269DF6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28" name="Freeform 18">
              <a:extLst>
                <a:ext uri="{FF2B5EF4-FFF2-40B4-BE49-F238E27FC236}">
                  <a16:creationId xmlns:a16="http://schemas.microsoft.com/office/drawing/2014/main" id="{D24E50D7-2753-4169-AD51-C106DA1B7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29" name="Freeform 19">
              <a:extLst>
                <a:ext uri="{FF2B5EF4-FFF2-40B4-BE49-F238E27FC236}">
                  <a16:creationId xmlns:a16="http://schemas.microsoft.com/office/drawing/2014/main" id="{DF94B7E0-D9B6-4096-94D0-18D3AC0EF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30" name="Freeform 20">
              <a:extLst>
                <a:ext uri="{FF2B5EF4-FFF2-40B4-BE49-F238E27FC236}">
                  <a16:creationId xmlns:a16="http://schemas.microsoft.com/office/drawing/2014/main" id="{EBC05ADE-BBA2-4387-B005-3196E2E198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31" name="Freeform 21">
              <a:extLst>
                <a:ext uri="{FF2B5EF4-FFF2-40B4-BE49-F238E27FC236}">
                  <a16:creationId xmlns:a16="http://schemas.microsoft.com/office/drawing/2014/main" id="{BBED1CEE-14D2-442F-AB08-401ABE3EF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32" name="Freeform 22">
              <a:extLst>
                <a:ext uri="{FF2B5EF4-FFF2-40B4-BE49-F238E27FC236}">
                  <a16:creationId xmlns:a16="http://schemas.microsoft.com/office/drawing/2014/main" id="{4F6574C0-78E8-49EA-84BC-EE9D55707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33" name="Freeform 23">
              <a:extLst>
                <a:ext uri="{FF2B5EF4-FFF2-40B4-BE49-F238E27FC236}">
                  <a16:creationId xmlns:a16="http://schemas.microsoft.com/office/drawing/2014/main" id="{65BCDB0B-615E-4CA1-AFD5-6B121CB7C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34" name="Freeform 24">
              <a:extLst>
                <a:ext uri="{FF2B5EF4-FFF2-40B4-BE49-F238E27FC236}">
                  <a16:creationId xmlns:a16="http://schemas.microsoft.com/office/drawing/2014/main" id="{40627863-B7FC-44D1-9E53-E728FFF675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35" name="Freeform 25">
              <a:extLst>
                <a:ext uri="{FF2B5EF4-FFF2-40B4-BE49-F238E27FC236}">
                  <a16:creationId xmlns:a16="http://schemas.microsoft.com/office/drawing/2014/main" id="{52FD6F8C-3AF1-487E-91F4-6E55146F1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36" name="Freeform 26">
              <a:extLst>
                <a:ext uri="{FF2B5EF4-FFF2-40B4-BE49-F238E27FC236}">
                  <a16:creationId xmlns:a16="http://schemas.microsoft.com/office/drawing/2014/main" id="{50323CF3-93CB-4E03-95C0-B180BB87A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37" name="Freeform 27">
              <a:extLst>
                <a:ext uri="{FF2B5EF4-FFF2-40B4-BE49-F238E27FC236}">
                  <a16:creationId xmlns:a16="http://schemas.microsoft.com/office/drawing/2014/main" id="{EB47D82F-CF1B-47E6-9FA2-F3A9C5F94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38" name="Freeform 28">
              <a:extLst>
                <a:ext uri="{FF2B5EF4-FFF2-40B4-BE49-F238E27FC236}">
                  <a16:creationId xmlns:a16="http://schemas.microsoft.com/office/drawing/2014/main" id="{0606708F-F2D4-4678-8ED2-39041BC64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39" name="Freeform 29">
              <a:extLst>
                <a:ext uri="{FF2B5EF4-FFF2-40B4-BE49-F238E27FC236}">
                  <a16:creationId xmlns:a16="http://schemas.microsoft.com/office/drawing/2014/main" id="{D7EB95B4-15E4-433D-B36F-21FF341A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0" name="Freeform 30">
              <a:extLst>
                <a:ext uri="{FF2B5EF4-FFF2-40B4-BE49-F238E27FC236}">
                  <a16:creationId xmlns:a16="http://schemas.microsoft.com/office/drawing/2014/main" id="{500A541B-4C75-497C-A489-097ED2996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1" name="Freeform 31">
              <a:extLst>
                <a:ext uri="{FF2B5EF4-FFF2-40B4-BE49-F238E27FC236}">
                  <a16:creationId xmlns:a16="http://schemas.microsoft.com/office/drawing/2014/main" id="{5789326F-12A4-48B8-B0ED-A6A2AE0C27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2" name="Freeform 32">
              <a:extLst>
                <a:ext uri="{FF2B5EF4-FFF2-40B4-BE49-F238E27FC236}">
                  <a16:creationId xmlns:a16="http://schemas.microsoft.com/office/drawing/2014/main" id="{25FA672E-2B65-477F-AA75-6261CE652F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3" name="Rectangle 33">
              <a:extLst>
                <a:ext uri="{FF2B5EF4-FFF2-40B4-BE49-F238E27FC236}">
                  <a16:creationId xmlns:a16="http://schemas.microsoft.com/office/drawing/2014/main" id="{BB09AF8D-E68B-499C-B9F5-2F365813D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63" name="Freeform 34">
              <a:extLst>
                <a:ext uri="{FF2B5EF4-FFF2-40B4-BE49-F238E27FC236}">
                  <a16:creationId xmlns:a16="http://schemas.microsoft.com/office/drawing/2014/main" id="{7991AEAD-B5F3-47BA-9F1B-86C16A84A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64" name="Freeform 35">
              <a:extLst>
                <a:ext uri="{FF2B5EF4-FFF2-40B4-BE49-F238E27FC236}">
                  <a16:creationId xmlns:a16="http://schemas.microsoft.com/office/drawing/2014/main" id="{19A85F58-4C3A-4388-B55C-2329EEAEC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65" name="Freeform 36">
              <a:extLst>
                <a:ext uri="{FF2B5EF4-FFF2-40B4-BE49-F238E27FC236}">
                  <a16:creationId xmlns:a16="http://schemas.microsoft.com/office/drawing/2014/main" id="{05652F38-94D9-41B7-A699-7E8F0C78D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66" name="Freeform 37">
              <a:extLst>
                <a:ext uri="{FF2B5EF4-FFF2-40B4-BE49-F238E27FC236}">
                  <a16:creationId xmlns:a16="http://schemas.microsoft.com/office/drawing/2014/main" id="{3C043852-C250-4518-BB89-C91A34917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67" name="Freeform 38">
              <a:extLst>
                <a:ext uri="{FF2B5EF4-FFF2-40B4-BE49-F238E27FC236}">
                  <a16:creationId xmlns:a16="http://schemas.microsoft.com/office/drawing/2014/main" id="{0CAB9A07-ECF2-416C-8528-F75DACB13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68" name="Freeform 39">
              <a:extLst>
                <a:ext uri="{FF2B5EF4-FFF2-40B4-BE49-F238E27FC236}">
                  <a16:creationId xmlns:a16="http://schemas.microsoft.com/office/drawing/2014/main" id="{904A314C-A829-4AA6-92E2-529BCCF95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69" name="Freeform 40">
              <a:extLst>
                <a:ext uri="{FF2B5EF4-FFF2-40B4-BE49-F238E27FC236}">
                  <a16:creationId xmlns:a16="http://schemas.microsoft.com/office/drawing/2014/main" id="{244EE6BA-4569-43ED-9E2E-1FB66201B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70" name="Freeform 41">
              <a:extLst>
                <a:ext uri="{FF2B5EF4-FFF2-40B4-BE49-F238E27FC236}">
                  <a16:creationId xmlns:a16="http://schemas.microsoft.com/office/drawing/2014/main" id="{BEB8252E-FB2A-4BB5-BEC6-CA10FF6F7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71" name="Freeform 42">
              <a:extLst>
                <a:ext uri="{FF2B5EF4-FFF2-40B4-BE49-F238E27FC236}">
                  <a16:creationId xmlns:a16="http://schemas.microsoft.com/office/drawing/2014/main" id="{91414711-C3A4-4E96-854A-DDDEB2F2E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72" name="Freeform 43">
              <a:extLst>
                <a:ext uri="{FF2B5EF4-FFF2-40B4-BE49-F238E27FC236}">
                  <a16:creationId xmlns:a16="http://schemas.microsoft.com/office/drawing/2014/main" id="{86815BA8-3055-4B42-98C3-4202FD92E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73" name="Freeform 44">
              <a:extLst>
                <a:ext uri="{FF2B5EF4-FFF2-40B4-BE49-F238E27FC236}">
                  <a16:creationId xmlns:a16="http://schemas.microsoft.com/office/drawing/2014/main" id="{44457813-E991-44AE-9A83-B7488D1F3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74" name="Rectangle 45">
              <a:extLst>
                <a:ext uri="{FF2B5EF4-FFF2-40B4-BE49-F238E27FC236}">
                  <a16:creationId xmlns:a16="http://schemas.microsoft.com/office/drawing/2014/main" id="{8CE1CF47-A73F-4560-8835-AE1DC51E5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75" name="Freeform 46">
              <a:extLst>
                <a:ext uri="{FF2B5EF4-FFF2-40B4-BE49-F238E27FC236}">
                  <a16:creationId xmlns:a16="http://schemas.microsoft.com/office/drawing/2014/main" id="{C2A935E4-AACC-4CB9-995E-D28617887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76" name="Freeform 47">
              <a:extLst>
                <a:ext uri="{FF2B5EF4-FFF2-40B4-BE49-F238E27FC236}">
                  <a16:creationId xmlns:a16="http://schemas.microsoft.com/office/drawing/2014/main" id="{93B5B778-8ACB-4004-932D-BD95997BA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77" name="Freeform 48">
              <a:extLst>
                <a:ext uri="{FF2B5EF4-FFF2-40B4-BE49-F238E27FC236}">
                  <a16:creationId xmlns:a16="http://schemas.microsoft.com/office/drawing/2014/main" id="{1434AF34-0919-40AD-84B1-446D4FF2D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78" name="Freeform 49">
              <a:extLst>
                <a:ext uri="{FF2B5EF4-FFF2-40B4-BE49-F238E27FC236}">
                  <a16:creationId xmlns:a16="http://schemas.microsoft.com/office/drawing/2014/main" id="{29546CF3-6DDD-4073-AB7F-C6E722257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79" name="Freeform 50">
              <a:extLst>
                <a:ext uri="{FF2B5EF4-FFF2-40B4-BE49-F238E27FC236}">
                  <a16:creationId xmlns:a16="http://schemas.microsoft.com/office/drawing/2014/main" id="{289D46AB-128A-477F-B6C9-F40F115D6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80" name="Freeform 51">
              <a:extLst>
                <a:ext uri="{FF2B5EF4-FFF2-40B4-BE49-F238E27FC236}">
                  <a16:creationId xmlns:a16="http://schemas.microsoft.com/office/drawing/2014/main" id="{A7DA7E67-3368-44AD-AACD-EB64AE348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81" name="Freeform 52">
              <a:extLst>
                <a:ext uri="{FF2B5EF4-FFF2-40B4-BE49-F238E27FC236}">
                  <a16:creationId xmlns:a16="http://schemas.microsoft.com/office/drawing/2014/main" id="{78BB1152-AB85-4AD8-BBA1-07CEA1F50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82" name="Freeform 53">
              <a:extLst>
                <a:ext uri="{FF2B5EF4-FFF2-40B4-BE49-F238E27FC236}">
                  <a16:creationId xmlns:a16="http://schemas.microsoft.com/office/drawing/2014/main" id="{A982E7F2-DD68-4093-B9C5-3E42B475A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83" name="Freeform 54">
              <a:extLst>
                <a:ext uri="{FF2B5EF4-FFF2-40B4-BE49-F238E27FC236}">
                  <a16:creationId xmlns:a16="http://schemas.microsoft.com/office/drawing/2014/main" id="{A682E224-4CD6-420B-897A-B23D50B82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84" name="Freeform 55">
              <a:extLst>
                <a:ext uri="{FF2B5EF4-FFF2-40B4-BE49-F238E27FC236}">
                  <a16:creationId xmlns:a16="http://schemas.microsoft.com/office/drawing/2014/main" id="{31B90F10-06CD-480E-8D35-6E0FFFB894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85" name="Freeform 56">
              <a:extLst>
                <a:ext uri="{FF2B5EF4-FFF2-40B4-BE49-F238E27FC236}">
                  <a16:creationId xmlns:a16="http://schemas.microsoft.com/office/drawing/2014/main" id="{7BC977DB-69B0-4D8D-B77C-E1127EC417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86" name="Freeform 57">
              <a:extLst>
                <a:ext uri="{FF2B5EF4-FFF2-40B4-BE49-F238E27FC236}">
                  <a16:creationId xmlns:a16="http://schemas.microsoft.com/office/drawing/2014/main" id="{24127454-3FCB-41D6-ACFB-81D7E05A7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87" name="Freeform 58">
              <a:extLst>
                <a:ext uri="{FF2B5EF4-FFF2-40B4-BE49-F238E27FC236}">
                  <a16:creationId xmlns:a16="http://schemas.microsoft.com/office/drawing/2014/main" id="{7AA80D42-B8A8-475B-ADBF-99719CE9F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D706AE2E-B17B-43A3-84F8-9C0FE9466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0"/>
            <a:ext cx="12192003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91" name="Group 1090">
            <a:extLst>
              <a:ext uri="{FF2B5EF4-FFF2-40B4-BE49-F238E27FC236}">
                <a16:creationId xmlns:a16="http://schemas.microsoft.com/office/drawing/2014/main" id="{CEFFB8CF-3E94-42D7-849C-841E7744B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92" name="Rectangle 5">
              <a:extLst>
                <a:ext uri="{FF2B5EF4-FFF2-40B4-BE49-F238E27FC236}">
                  <a16:creationId xmlns:a16="http://schemas.microsoft.com/office/drawing/2014/main" id="{C274DE9A-4502-4454-911E-B7FE9ED6DE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93" name="Freeform 6">
              <a:extLst>
                <a:ext uri="{FF2B5EF4-FFF2-40B4-BE49-F238E27FC236}">
                  <a16:creationId xmlns:a16="http://schemas.microsoft.com/office/drawing/2014/main" id="{76AFCF59-7BED-416B-ACD9-EA099C9B2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94" name="Freeform 7">
              <a:extLst>
                <a:ext uri="{FF2B5EF4-FFF2-40B4-BE49-F238E27FC236}">
                  <a16:creationId xmlns:a16="http://schemas.microsoft.com/office/drawing/2014/main" id="{8EEECEBC-B149-42E5-8164-EE5456F062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95" name="Rectangle 8">
              <a:extLst>
                <a:ext uri="{FF2B5EF4-FFF2-40B4-BE49-F238E27FC236}">
                  <a16:creationId xmlns:a16="http://schemas.microsoft.com/office/drawing/2014/main" id="{03B49256-D2D8-436B-8F29-0C7E53366F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96" name="Freeform 9">
              <a:extLst>
                <a:ext uri="{FF2B5EF4-FFF2-40B4-BE49-F238E27FC236}">
                  <a16:creationId xmlns:a16="http://schemas.microsoft.com/office/drawing/2014/main" id="{4045E56F-B537-408E-B346-B9B15C39A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97" name="Freeform 10">
              <a:extLst>
                <a:ext uri="{FF2B5EF4-FFF2-40B4-BE49-F238E27FC236}">
                  <a16:creationId xmlns:a16="http://schemas.microsoft.com/office/drawing/2014/main" id="{904BDB2F-0893-4AD7-A871-C808C9651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98" name="Freeform 11">
              <a:extLst>
                <a:ext uri="{FF2B5EF4-FFF2-40B4-BE49-F238E27FC236}">
                  <a16:creationId xmlns:a16="http://schemas.microsoft.com/office/drawing/2014/main" id="{512D8C6F-C154-4928-9891-DDCF50DA6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99" name="Freeform 12">
              <a:extLst>
                <a:ext uri="{FF2B5EF4-FFF2-40B4-BE49-F238E27FC236}">
                  <a16:creationId xmlns:a16="http://schemas.microsoft.com/office/drawing/2014/main" id="{7E2BBA63-D694-4AD5-976F-4F1CDB204A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00" name="Freeform 13">
              <a:extLst>
                <a:ext uri="{FF2B5EF4-FFF2-40B4-BE49-F238E27FC236}">
                  <a16:creationId xmlns:a16="http://schemas.microsoft.com/office/drawing/2014/main" id="{394F9847-4F95-42E8-AE7E-8DD8A0E27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01" name="Freeform 14">
              <a:extLst>
                <a:ext uri="{FF2B5EF4-FFF2-40B4-BE49-F238E27FC236}">
                  <a16:creationId xmlns:a16="http://schemas.microsoft.com/office/drawing/2014/main" id="{48CE4CA3-085D-44AC-996B-9F347B7BC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02" name="Freeform 15">
              <a:extLst>
                <a:ext uri="{FF2B5EF4-FFF2-40B4-BE49-F238E27FC236}">
                  <a16:creationId xmlns:a16="http://schemas.microsoft.com/office/drawing/2014/main" id="{0D7459AE-7E00-4707-B574-1D3636BB46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03" name="Freeform 16">
              <a:extLst>
                <a:ext uri="{FF2B5EF4-FFF2-40B4-BE49-F238E27FC236}">
                  <a16:creationId xmlns:a16="http://schemas.microsoft.com/office/drawing/2014/main" id="{EF95E020-0C4A-4BD5-84BE-6DF8B8BCA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04" name="Freeform 17">
              <a:extLst>
                <a:ext uri="{FF2B5EF4-FFF2-40B4-BE49-F238E27FC236}">
                  <a16:creationId xmlns:a16="http://schemas.microsoft.com/office/drawing/2014/main" id="{18CC4862-B9BB-4E63-9630-AA5241E68A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05" name="Freeform 18">
              <a:extLst>
                <a:ext uri="{FF2B5EF4-FFF2-40B4-BE49-F238E27FC236}">
                  <a16:creationId xmlns:a16="http://schemas.microsoft.com/office/drawing/2014/main" id="{156A0508-DDAB-4BFB-824D-CA9D3D833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06" name="Freeform 19">
              <a:extLst>
                <a:ext uri="{FF2B5EF4-FFF2-40B4-BE49-F238E27FC236}">
                  <a16:creationId xmlns:a16="http://schemas.microsoft.com/office/drawing/2014/main" id="{E3B0103B-60DE-4385-B84E-53694FB9A2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07" name="Freeform 20">
              <a:extLst>
                <a:ext uri="{FF2B5EF4-FFF2-40B4-BE49-F238E27FC236}">
                  <a16:creationId xmlns:a16="http://schemas.microsoft.com/office/drawing/2014/main" id="{C8C1C0D4-C36E-4251-A97F-436AFA3797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08" name="Freeform 21">
              <a:extLst>
                <a:ext uri="{FF2B5EF4-FFF2-40B4-BE49-F238E27FC236}">
                  <a16:creationId xmlns:a16="http://schemas.microsoft.com/office/drawing/2014/main" id="{550D7341-7849-4B72-A2D7-68B7161D43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09" name="Freeform 22">
              <a:extLst>
                <a:ext uri="{FF2B5EF4-FFF2-40B4-BE49-F238E27FC236}">
                  <a16:creationId xmlns:a16="http://schemas.microsoft.com/office/drawing/2014/main" id="{C9E742C7-3FF2-4931-B087-46AAA6C33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10" name="Freeform 23">
              <a:extLst>
                <a:ext uri="{FF2B5EF4-FFF2-40B4-BE49-F238E27FC236}">
                  <a16:creationId xmlns:a16="http://schemas.microsoft.com/office/drawing/2014/main" id="{424AF1DB-9264-4B94-9F0D-EF37F12D47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11" name="Freeform 24">
              <a:extLst>
                <a:ext uri="{FF2B5EF4-FFF2-40B4-BE49-F238E27FC236}">
                  <a16:creationId xmlns:a16="http://schemas.microsoft.com/office/drawing/2014/main" id="{766E43D2-CF93-4468-9B12-FFB234513D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12" name="Freeform 25">
              <a:extLst>
                <a:ext uri="{FF2B5EF4-FFF2-40B4-BE49-F238E27FC236}">
                  <a16:creationId xmlns:a16="http://schemas.microsoft.com/office/drawing/2014/main" id="{AC24EC38-E0E5-4A4E-A64D-359DD4A55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13" name="Freeform 26">
              <a:extLst>
                <a:ext uri="{FF2B5EF4-FFF2-40B4-BE49-F238E27FC236}">
                  <a16:creationId xmlns:a16="http://schemas.microsoft.com/office/drawing/2014/main" id="{338D8FE1-6073-44CF-857C-9273A16075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14" name="Freeform 27">
              <a:extLst>
                <a:ext uri="{FF2B5EF4-FFF2-40B4-BE49-F238E27FC236}">
                  <a16:creationId xmlns:a16="http://schemas.microsoft.com/office/drawing/2014/main" id="{39BAF819-1ABF-4754-B2E6-8C023A3B94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15" name="Freeform 28">
              <a:extLst>
                <a:ext uri="{FF2B5EF4-FFF2-40B4-BE49-F238E27FC236}">
                  <a16:creationId xmlns:a16="http://schemas.microsoft.com/office/drawing/2014/main" id="{2B5FE77A-C8CA-4E0E-BA89-53BA982E6A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16" name="Freeform 29">
              <a:extLst>
                <a:ext uri="{FF2B5EF4-FFF2-40B4-BE49-F238E27FC236}">
                  <a16:creationId xmlns:a16="http://schemas.microsoft.com/office/drawing/2014/main" id="{264169FF-BB01-4F56-812A-738BE4AAC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17" name="Freeform 30">
              <a:extLst>
                <a:ext uri="{FF2B5EF4-FFF2-40B4-BE49-F238E27FC236}">
                  <a16:creationId xmlns:a16="http://schemas.microsoft.com/office/drawing/2014/main" id="{831BA8DD-49DA-443B-AD7A-1680CD287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4" name="Freeform 31">
              <a:extLst>
                <a:ext uri="{FF2B5EF4-FFF2-40B4-BE49-F238E27FC236}">
                  <a16:creationId xmlns:a16="http://schemas.microsoft.com/office/drawing/2014/main" id="{15B5FD47-B408-4DD0-BA9C-76C3F6814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5" name="Freeform 32">
              <a:extLst>
                <a:ext uri="{FF2B5EF4-FFF2-40B4-BE49-F238E27FC236}">
                  <a16:creationId xmlns:a16="http://schemas.microsoft.com/office/drawing/2014/main" id="{2432FB6B-FBB2-438F-A3BC-0392CA9448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6" name="Rectangle 33">
              <a:extLst>
                <a:ext uri="{FF2B5EF4-FFF2-40B4-BE49-F238E27FC236}">
                  <a16:creationId xmlns:a16="http://schemas.microsoft.com/office/drawing/2014/main" id="{A9E1CA69-4810-4E1D-A227-EA4EF0151F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7" name="Freeform 34">
              <a:extLst>
                <a:ext uri="{FF2B5EF4-FFF2-40B4-BE49-F238E27FC236}">
                  <a16:creationId xmlns:a16="http://schemas.microsoft.com/office/drawing/2014/main" id="{978653C5-EFDF-4617-9A6A-E810A9C22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8" name="Freeform 35">
              <a:extLst>
                <a:ext uri="{FF2B5EF4-FFF2-40B4-BE49-F238E27FC236}">
                  <a16:creationId xmlns:a16="http://schemas.microsoft.com/office/drawing/2014/main" id="{F1B9F231-1E6A-4122-81B0-043E2A5F5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9" name="Freeform 36">
              <a:extLst>
                <a:ext uri="{FF2B5EF4-FFF2-40B4-BE49-F238E27FC236}">
                  <a16:creationId xmlns:a16="http://schemas.microsoft.com/office/drawing/2014/main" id="{DF2B6BD0-0057-43BC-8681-9FAC9FC53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50" name="Freeform 37">
              <a:extLst>
                <a:ext uri="{FF2B5EF4-FFF2-40B4-BE49-F238E27FC236}">
                  <a16:creationId xmlns:a16="http://schemas.microsoft.com/office/drawing/2014/main" id="{6D7D7117-2276-4EB9-882B-A44A2DB066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51" name="Freeform 38">
              <a:extLst>
                <a:ext uri="{FF2B5EF4-FFF2-40B4-BE49-F238E27FC236}">
                  <a16:creationId xmlns:a16="http://schemas.microsoft.com/office/drawing/2014/main" id="{98AD68EB-6444-4B28-8F06-C0B6111ACF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52" name="Freeform 39">
              <a:extLst>
                <a:ext uri="{FF2B5EF4-FFF2-40B4-BE49-F238E27FC236}">
                  <a16:creationId xmlns:a16="http://schemas.microsoft.com/office/drawing/2014/main" id="{438FA125-C459-48A2-913F-F5D04E160E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53" name="Freeform 40">
              <a:extLst>
                <a:ext uri="{FF2B5EF4-FFF2-40B4-BE49-F238E27FC236}">
                  <a16:creationId xmlns:a16="http://schemas.microsoft.com/office/drawing/2014/main" id="{18E796D1-6480-436F-947D-550CCE516E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54" name="Freeform 41">
              <a:extLst>
                <a:ext uri="{FF2B5EF4-FFF2-40B4-BE49-F238E27FC236}">
                  <a16:creationId xmlns:a16="http://schemas.microsoft.com/office/drawing/2014/main" id="{4549B300-4F89-4E35-B5E7-53E3C6A54B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55" name="Freeform 42">
              <a:extLst>
                <a:ext uri="{FF2B5EF4-FFF2-40B4-BE49-F238E27FC236}">
                  <a16:creationId xmlns:a16="http://schemas.microsoft.com/office/drawing/2014/main" id="{D8DA6C40-62DD-4FB3-8D06-5A599E3823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56" name="Freeform 43">
              <a:extLst>
                <a:ext uri="{FF2B5EF4-FFF2-40B4-BE49-F238E27FC236}">
                  <a16:creationId xmlns:a16="http://schemas.microsoft.com/office/drawing/2014/main" id="{28EE2B35-9D3D-4925-8DA9-9DF0E40BC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57" name="Freeform 44">
              <a:extLst>
                <a:ext uri="{FF2B5EF4-FFF2-40B4-BE49-F238E27FC236}">
                  <a16:creationId xmlns:a16="http://schemas.microsoft.com/office/drawing/2014/main" id="{9DB82611-4043-4758-81EC-223961980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58" name="Rectangle 45">
              <a:extLst>
                <a:ext uri="{FF2B5EF4-FFF2-40B4-BE49-F238E27FC236}">
                  <a16:creationId xmlns:a16="http://schemas.microsoft.com/office/drawing/2014/main" id="{A8210AB3-0776-4F74-9227-5E448D1AFA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59" name="Freeform 46">
              <a:extLst>
                <a:ext uri="{FF2B5EF4-FFF2-40B4-BE49-F238E27FC236}">
                  <a16:creationId xmlns:a16="http://schemas.microsoft.com/office/drawing/2014/main" id="{002C10AB-E300-481E-AFA5-410481B16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60" name="Freeform 47">
              <a:extLst>
                <a:ext uri="{FF2B5EF4-FFF2-40B4-BE49-F238E27FC236}">
                  <a16:creationId xmlns:a16="http://schemas.microsoft.com/office/drawing/2014/main" id="{11F47C5E-0453-4EF5-B969-A8263DC6AF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61" name="Freeform 48">
              <a:extLst>
                <a:ext uri="{FF2B5EF4-FFF2-40B4-BE49-F238E27FC236}">
                  <a16:creationId xmlns:a16="http://schemas.microsoft.com/office/drawing/2014/main" id="{D0CFDC87-55E8-40E1-BD98-4E1EA2C095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62" name="Freeform 49">
              <a:extLst>
                <a:ext uri="{FF2B5EF4-FFF2-40B4-BE49-F238E27FC236}">
                  <a16:creationId xmlns:a16="http://schemas.microsoft.com/office/drawing/2014/main" id="{C1151505-8A7F-41D8-AE03-AD172E38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63" name="Freeform 50">
              <a:extLst>
                <a:ext uri="{FF2B5EF4-FFF2-40B4-BE49-F238E27FC236}">
                  <a16:creationId xmlns:a16="http://schemas.microsoft.com/office/drawing/2014/main" id="{918DAD20-1F9F-41A7-B9D0-EE92F9B32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64" name="Freeform 51">
              <a:extLst>
                <a:ext uri="{FF2B5EF4-FFF2-40B4-BE49-F238E27FC236}">
                  <a16:creationId xmlns:a16="http://schemas.microsoft.com/office/drawing/2014/main" id="{D303B51B-ADCC-43C9-AE4F-0168CFA63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65" name="Freeform 52">
              <a:extLst>
                <a:ext uri="{FF2B5EF4-FFF2-40B4-BE49-F238E27FC236}">
                  <a16:creationId xmlns:a16="http://schemas.microsoft.com/office/drawing/2014/main" id="{5621B409-0B0A-4827-81F9-684C335EE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66" name="Freeform 53">
              <a:extLst>
                <a:ext uri="{FF2B5EF4-FFF2-40B4-BE49-F238E27FC236}">
                  <a16:creationId xmlns:a16="http://schemas.microsoft.com/office/drawing/2014/main" id="{FCA6910E-A4EC-464B-B285-5F1E40AEFF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67" name="Freeform 54">
              <a:extLst>
                <a:ext uri="{FF2B5EF4-FFF2-40B4-BE49-F238E27FC236}">
                  <a16:creationId xmlns:a16="http://schemas.microsoft.com/office/drawing/2014/main" id="{7D0C75DF-4953-4E72-B34A-2F8BD05235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68" name="Freeform 55">
              <a:extLst>
                <a:ext uri="{FF2B5EF4-FFF2-40B4-BE49-F238E27FC236}">
                  <a16:creationId xmlns:a16="http://schemas.microsoft.com/office/drawing/2014/main" id="{998A65EA-C434-41FF-B792-2BDC11501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69" name="Freeform 56">
              <a:extLst>
                <a:ext uri="{FF2B5EF4-FFF2-40B4-BE49-F238E27FC236}">
                  <a16:creationId xmlns:a16="http://schemas.microsoft.com/office/drawing/2014/main" id="{3A6D2AE4-7ABD-4946-BE69-5FD3C1A1D6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70" name="Freeform 57">
              <a:extLst>
                <a:ext uri="{FF2B5EF4-FFF2-40B4-BE49-F238E27FC236}">
                  <a16:creationId xmlns:a16="http://schemas.microsoft.com/office/drawing/2014/main" id="{833A81DC-8A3A-4141-A713-A2FE1C572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71" name="Freeform 58">
              <a:extLst>
                <a:ext uri="{FF2B5EF4-FFF2-40B4-BE49-F238E27FC236}">
                  <a16:creationId xmlns:a16="http://schemas.microsoft.com/office/drawing/2014/main" id="{47BB7FFD-57DB-41BD-8D42-9FB58174B1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1272" name="Picture 2">
            <a:extLst>
              <a:ext uri="{FF2B5EF4-FFF2-40B4-BE49-F238E27FC236}">
                <a16:creationId xmlns:a16="http://schemas.microsoft.com/office/drawing/2014/main" id="{3631D3C9-4C1D-4B3A-A737-E6E780042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-3747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176C4E2D-BD2A-8986-C629-3BD2196B9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7397" y="1113282"/>
            <a:ext cx="3489569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sz="4400">
                <a:solidFill>
                  <a:srgbClr val="FFFFFF"/>
                </a:solidFill>
              </a:rPr>
              <a:t>可以匿名提問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385B030-BD59-65CC-7156-BC0C3E082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666" y="3602038"/>
            <a:ext cx="3500301" cy="20527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800" cap="all">
                <a:solidFill>
                  <a:schemeClr val="bg2"/>
                </a:solidFill>
              </a:rPr>
              <a:t>https://app.sli.do/event/2eBN92diw674yrtgzX2Lqu</a:t>
            </a:r>
          </a:p>
        </p:txBody>
      </p:sp>
      <p:sp useBgFill="1">
        <p:nvSpPr>
          <p:cNvPr id="1273" name="Round Diagonal Corner Rectangle 6">
            <a:extLst>
              <a:ext uri="{FF2B5EF4-FFF2-40B4-BE49-F238E27FC236}">
                <a16:creationId xmlns:a16="http://schemas.microsoft.com/office/drawing/2014/main" id="{5B986EF0-8540-483D-9DDE-1F168FAAC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49" y="808057"/>
            <a:ext cx="6752461" cy="5234394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Event QR code">
            <a:extLst>
              <a:ext uri="{FF2B5EF4-FFF2-40B4-BE49-F238E27FC236}">
                <a16:creationId xmlns:a16="http://schemas.microsoft.com/office/drawing/2014/main" id="{A2666753-8954-E177-DE30-B2695F2C4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86530" y="1136606"/>
            <a:ext cx="4577297" cy="4577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61737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071EDC-858E-1093-EBAD-BC9CDD587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流程控制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2DC7F42-2AB2-002A-8B07-E68DF609F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zh-TW" altLang="en-US" dirty="0"/>
              <a:t>順序結構</a:t>
            </a:r>
            <a:endParaRPr lang="en-US" altLang="zh-TW" dirty="0"/>
          </a:p>
          <a:p>
            <a:r>
              <a:rPr lang="zh-TW" altLang="en-US" dirty="0"/>
              <a:t>分支結構</a:t>
            </a:r>
            <a:endParaRPr lang="en-US" altLang="zh-TW" dirty="0"/>
          </a:p>
          <a:p>
            <a:pPr lvl="1"/>
            <a:r>
              <a:rPr lang="en-US" altLang="zh-TW" dirty="0"/>
              <a:t>If</a:t>
            </a:r>
            <a:r>
              <a:rPr lang="zh-TW" altLang="en-US" dirty="0"/>
              <a:t>條件式</a:t>
            </a:r>
            <a:endParaRPr lang="en-US" altLang="zh-TW" dirty="0"/>
          </a:p>
          <a:p>
            <a:pPr lvl="1"/>
            <a:r>
              <a:rPr lang="en-US" altLang="zh-TW" dirty="0"/>
              <a:t>switch</a:t>
            </a:r>
            <a:r>
              <a:rPr lang="zh-TW" altLang="en-US" dirty="0"/>
              <a:t>式</a:t>
            </a:r>
            <a:endParaRPr lang="en-US" altLang="zh-TW" dirty="0"/>
          </a:p>
          <a:p>
            <a:r>
              <a:rPr lang="zh-TW" altLang="en-US" dirty="0"/>
              <a:t>迴圈結構</a:t>
            </a:r>
            <a:endParaRPr lang="en-US" altLang="zh-TW" dirty="0"/>
          </a:p>
          <a:p>
            <a:pPr lvl="1"/>
            <a:r>
              <a:rPr lang="en-US" altLang="zh-TW" dirty="0"/>
              <a:t>While</a:t>
            </a:r>
          </a:p>
          <a:p>
            <a:pPr lvl="1"/>
            <a:r>
              <a:rPr lang="en-US" altLang="zh-TW" dirty="0"/>
              <a:t>Do while</a:t>
            </a:r>
          </a:p>
          <a:p>
            <a:pPr lvl="1"/>
            <a:r>
              <a:rPr lang="en-US" altLang="zh-TW" dirty="0"/>
              <a:t>For</a:t>
            </a:r>
          </a:p>
          <a:p>
            <a:pPr lvl="1"/>
            <a:r>
              <a:rPr lang="zh-TW" altLang="en-US" dirty="0"/>
              <a:t>巢狀迴圈 </a:t>
            </a:r>
            <a:r>
              <a:rPr lang="en-US" altLang="zh-TW" dirty="0"/>
              <a:t>(Nested Loops)</a:t>
            </a:r>
          </a:p>
          <a:p>
            <a:r>
              <a:rPr lang="zh-TW" altLang="en-US" dirty="0"/>
              <a:t>控制迴圈結構</a:t>
            </a:r>
            <a:endParaRPr lang="en-US" altLang="zh-TW" dirty="0"/>
          </a:p>
          <a:p>
            <a:pPr lvl="1"/>
            <a:r>
              <a:rPr lang="en-US" altLang="zh-TW" dirty="0"/>
              <a:t>Break</a:t>
            </a:r>
          </a:p>
          <a:p>
            <a:pPr lvl="1"/>
            <a:r>
              <a:rPr lang="en-US" altLang="zh-TW" dirty="0"/>
              <a:t>Continue</a:t>
            </a:r>
          </a:p>
          <a:p>
            <a:pPr lvl="1"/>
            <a:r>
              <a:rPr lang="en-US" altLang="zh-TW" dirty="0"/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210707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E30676-1A44-B898-F1DC-34A6709F9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陣列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E517BC-EC9D-32C6-774B-51E1580EA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zh-TW" altLang="en-US" dirty="0"/>
              <a:t>陣列類型</a:t>
            </a:r>
            <a:endParaRPr lang="en-US" altLang="zh-TW" dirty="0"/>
          </a:p>
          <a:p>
            <a:pPr lvl="1"/>
            <a:r>
              <a:rPr lang="zh-TW" altLang="en-US" dirty="0"/>
              <a:t>理解陣列</a:t>
            </a:r>
            <a:r>
              <a:rPr lang="en-US" altLang="zh-TW" dirty="0"/>
              <a:t>:</a:t>
            </a:r>
            <a:r>
              <a:rPr lang="zh-TW" altLang="en-US" dirty="0"/>
              <a:t>陣列也是一種類型</a:t>
            </a:r>
            <a:endParaRPr lang="en-US" altLang="zh-TW" dirty="0"/>
          </a:p>
          <a:p>
            <a:pPr lvl="1"/>
            <a:r>
              <a:rPr lang="zh-TW" altLang="en-US" dirty="0"/>
              <a:t>定義陣列</a:t>
            </a:r>
            <a:endParaRPr lang="en-US" altLang="zh-TW" dirty="0"/>
          </a:p>
          <a:p>
            <a:pPr lvl="1"/>
            <a:r>
              <a:rPr lang="zh-TW" altLang="en-US" dirty="0"/>
              <a:t>陣列初始化</a:t>
            </a:r>
            <a:endParaRPr lang="en-US" altLang="zh-TW" dirty="0"/>
          </a:p>
          <a:p>
            <a:pPr lvl="1"/>
            <a:r>
              <a:rPr lang="zh-TW" altLang="en-US" dirty="0"/>
              <a:t>使用陣列</a:t>
            </a:r>
            <a:endParaRPr lang="en-US" altLang="zh-TW" dirty="0"/>
          </a:p>
          <a:p>
            <a:pPr lvl="1"/>
            <a:r>
              <a:rPr lang="en-US" altLang="zh-TW" dirty="0"/>
              <a:t>Foreach</a:t>
            </a:r>
            <a:r>
              <a:rPr lang="zh-TW" altLang="en-US" dirty="0"/>
              <a:t>迴圈</a:t>
            </a:r>
            <a:endParaRPr lang="en-US" altLang="zh-TW" dirty="0"/>
          </a:p>
          <a:p>
            <a:r>
              <a:rPr lang="zh-TW" altLang="en-US" dirty="0"/>
              <a:t>深入陣列</a:t>
            </a:r>
            <a:endParaRPr lang="en-US" altLang="zh-TW" dirty="0"/>
          </a:p>
          <a:p>
            <a:pPr lvl="1"/>
            <a:r>
              <a:rPr lang="zh-TW" altLang="en-US" dirty="0"/>
              <a:t>記憶體中的陣列</a:t>
            </a:r>
            <a:endParaRPr lang="en-US" altLang="zh-TW" dirty="0"/>
          </a:p>
          <a:p>
            <a:pPr lvl="1"/>
            <a:r>
              <a:rPr lang="zh-TW" altLang="en-US" dirty="0"/>
              <a:t>基本類型陣列的初始化</a:t>
            </a:r>
            <a:endParaRPr lang="en-US" altLang="zh-TW" dirty="0"/>
          </a:p>
          <a:p>
            <a:pPr lvl="1"/>
            <a:r>
              <a:rPr lang="zh-TW" altLang="en-US" dirty="0"/>
              <a:t>參照類型陣列的初始化</a:t>
            </a:r>
            <a:endParaRPr lang="en-US" altLang="zh-TW" dirty="0"/>
          </a:p>
          <a:p>
            <a:pPr lvl="1"/>
            <a:r>
              <a:rPr lang="zh-TW" altLang="en-US" dirty="0"/>
              <a:t>多維陣列</a:t>
            </a:r>
            <a:endParaRPr lang="en-US" altLang="zh-TW" dirty="0"/>
          </a:p>
          <a:p>
            <a:pPr lvl="1"/>
            <a:r>
              <a:rPr lang="en-US" altLang="zh-TW" dirty="0"/>
              <a:t>JAVA8</a:t>
            </a:r>
            <a:r>
              <a:rPr lang="zh-TW" altLang="en-US" dirty="0"/>
              <a:t>的陣列工具</a:t>
            </a:r>
            <a:endParaRPr lang="en-US" altLang="zh-TW" dirty="0"/>
          </a:p>
          <a:p>
            <a:pPr lvl="1"/>
            <a:r>
              <a:rPr lang="zh-TW" altLang="en-US" dirty="0"/>
              <a:t>陣列的應用舉例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065400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AF247B-63DC-BFF9-80B1-3BE5E4DE8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順序結構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FAC9D0-D140-D8DA-A397-97AC038AD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JAVA</a:t>
            </a:r>
            <a:r>
              <a:rPr lang="zh-TW" altLang="en-US" dirty="0"/>
              <a:t> </a:t>
            </a:r>
            <a:r>
              <a:rPr lang="en-US" altLang="zh-TW" dirty="0"/>
              <a:t>function</a:t>
            </a:r>
            <a:r>
              <a:rPr lang="zh-TW" altLang="en-US" dirty="0"/>
              <a:t>裡是一個順序執行的方式，從上到下依次執行每條程式碼</a:t>
            </a:r>
          </a:p>
        </p:txBody>
      </p:sp>
    </p:spTree>
    <p:extLst>
      <p:ext uri="{BB962C8B-B14F-4D97-AF65-F5344CB8AC3E}">
        <p14:creationId xmlns:p14="http://schemas.microsoft.com/office/powerpoint/2010/main" val="3566481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6DD981-963A-529C-651D-1A69E026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分支結構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AB7F43-2D34-2055-DCA4-E0AB0220F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If</a:t>
            </a:r>
            <a:r>
              <a:rPr lang="zh-TW" altLang="en-US" dirty="0"/>
              <a:t>條件語句</a:t>
            </a:r>
            <a:endParaRPr lang="en-US" altLang="zh-TW" dirty="0"/>
          </a:p>
          <a:p>
            <a:r>
              <a:rPr lang="en-US" altLang="zh-TW" dirty="0"/>
              <a:t>switch</a:t>
            </a:r>
            <a:r>
              <a:rPr lang="zh-TW" altLang="en-US" dirty="0"/>
              <a:t>語句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73427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2EDBEA-7C6A-1FA2-5B17-89B64607E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IF</a:t>
            </a:r>
            <a:r>
              <a:rPr lang="zh-TW" altLang="en-US" dirty="0"/>
              <a:t>條件式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B09DA3-0FF2-6404-E950-E0B51A347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If ( logic expression){ }</a:t>
            </a:r>
          </a:p>
          <a:p>
            <a:r>
              <a:rPr lang="en-US" altLang="zh-TW" dirty="0"/>
              <a:t>if ( logic expression){} else{}</a:t>
            </a:r>
          </a:p>
          <a:p>
            <a:r>
              <a:rPr lang="en-US" altLang="zh-TW" dirty="0"/>
              <a:t>If ( logic expression){} else if (logic expression) else if(logic expression) else{}</a:t>
            </a:r>
          </a:p>
          <a:p>
            <a:pPr lvl="1"/>
            <a:r>
              <a:rPr lang="en-US" altLang="zh-TW" dirty="0"/>
              <a:t>C41IfCase1</a:t>
            </a:r>
          </a:p>
          <a:p>
            <a:r>
              <a:rPr lang="zh-TW" altLang="en-US" dirty="0"/>
              <a:t>簡寫方式</a:t>
            </a:r>
            <a:endParaRPr lang="en-US" altLang="zh-TW" dirty="0"/>
          </a:p>
          <a:p>
            <a:pPr lvl="1"/>
            <a:r>
              <a:rPr lang="en-US" altLang="zh-TW" dirty="0"/>
              <a:t>C42IfCase2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9566554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20.0.7308"/>
  <p:tag name="SLIDO_PRESENTATION_ID" val="1389e01e-d4fe-453f-9e2d-b1196a6a09d4"/>
  <p:tag name="SLIDO_EVENT_UUID" val="9c25e807-8834-4b5e-9fd7-425dc8402dc5"/>
  <p:tag name="SLIDO_EVENT_SECTION_UUID" val="183f31fc-00a2-422d-939e-2cda7ba4a873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電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{B99AABA2-2240-4F03-B5F1-5DBEFBB15288}TF6d5feb1e-e145-43f1-b745-cb4b54c5ee9742c6fa75-22948a3009fc</Template>
  <TotalTime>1550</TotalTime>
  <Words>160</Words>
  <Application>Microsoft Office PowerPoint</Application>
  <PresentationFormat>寬螢幕</PresentationFormat>
  <Paragraphs>45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Aptos</vt:lpstr>
      <vt:lpstr>Arial</vt:lpstr>
      <vt:lpstr>Tw Cen MT</vt:lpstr>
      <vt:lpstr>電路</vt:lpstr>
      <vt:lpstr>JAVA</vt:lpstr>
      <vt:lpstr>可以匿名提問</vt:lpstr>
      <vt:lpstr>流程控制</vt:lpstr>
      <vt:lpstr>陣列</vt:lpstr>
      <vt:lpstr>順序結構</vt:lpstr>
      <vt:lpstr>分支結構</vt:lpstr>
      <vt:lpstr>IF條件式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星傑 羅</dc:creator>
  <cp:lastModifiedBy>星傑 羅</cp:lastModifiedBy>
  <cp:revision>31</cp:revision>
  <dcterms:created xsi:type="dcterms:W3CDTF">2026-01-18T05:44:44Z</dcterms:created>
  <dcterms:modified xsi:type="dcterms:W3CDTF">2026-01-21T15:36:52Z</dcterms:modified>
</cp:coreProperties>
</file>