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22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0F7E52-5124-E85B-85EA-E18EE0FB61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CBABE28-F8EA-0940-1086-04B90D8EAC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3654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503E6-2BCE-1EF5-899D-62347A56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zh-TW" altLang="en-US" dirty="0"/>
              <a:t>物件導向程式</a:t>
            </a:r>
            <a:r>
              <a:rPr lang="en-US" altLang="zh-TW" dirty="0"/>
              <a:t>-</a:t>
            </a:r>
            <a:r>
              <a:rPr lang="zh-TW" altLang="en-US" dirty="0"/>
              <a:t>類別與物件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761469-71BF-A30D-CA96-6CEFA558D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4844521" cy="3541714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定義類別</a:t>
            </a:r>
            <a:endParaRPr lang="en-US" altLang="zh-TW" dirty="0"/>
          </a:p>
          <a:p>
            <a:r>
              <a:rPr lang="zh-TW" altLang="en-US" dirty="0"/>
              <a:t>修飾詞 </a:t>
            </a:r>
            <a:r>
              <a:rPr lang="en-US" altLang="zh-TW" dirty="0"/>
              <a:t>[public][final][static][abstract]</a:t>
            </a:r>
          </a:p>
          <a:p>
            <a:endParaRPr lang="zh-TW" altLang="en-US" dirty="0"/>
          </a:p>
        </p:txBody>
      </p:sp>
      <p:pic>
        <p:nvPicPr>
          <p:cNvPr id="7" name="圖片 6" descr="一張含有 文字, 字型, 螢幕擷取畫面, 設計 的圖片&#10;&#10;AI 產生的內容可能不正確。">
            <a:extLst>
              <a:ext uri="{FF2B5EF4-FFF2-40B4-BE49-F238E27FC236}">
                <a16:creationId xmlns:a16="http://schemas.microsoft.com/office/drawing/2014/main" id="{3E945839-B5B9-CBD8-F0AD-B794E2C211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075" b="-2"/>
          <a:stretch>
            <a:fillRect/>
          </a:stretch>
        </p:blipFill>
        <p:spPr>
          <a:xfrm>
            <a:off x="6392335" y="2497720"/>
            <a:ext cx="4655075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58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2BB1FD-7F7E-A83D-8D3C-BB1DE5AA7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7"/>
            <a:ext cx="2877336" cy="5507328"/>
          </a:xfrm>
        </p:spPr>
        <p:txBody>
          <a:bodyPr>
            <a:normAutofit/>
          </a:bodyPr>
          <a:lstStyle/>
          <a:p>
            <a:r>
              <a:rPr lang="zh-TW" altLang="en-US" dirty="0"/>
              <a:t>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630CC-01DC-01C2-58F9-FBEFE15C6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0743" y="638650"/>
            <a:ext cx="7034485" cy="3782778"/>
          </a:xfrm>
        </p:spPr>
        <p:txBody>
          <a:bodyPr>
            <a:normAutofit/>
          </a:bodyPr>
          <a:lstStyle/>
          <a:p>
            <a:r>
              <a:rPr lang="zh-TW" altLang="en-US" dirty="0"/>
              <a:t>修飾詞</a:t>
            </a:r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11" name="圖片 10" descr="一張含有 文字, 螢幕擷取畫面, Rectangle, 圖表 的圖片&#10;&#10;AI 產生的內容可能不正確。">
            <a:extLst>
              <a:ext uri="{FF2B5EF4-FFF2-40B4-BE49-F238E27FC236}">
                <a16:creationId xmlns:a16="http://schemas.microsoft.com/office/drawing/2014/main" id="{F54CF0A7-A1F6-CDCD-C792-77B916977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4353"/>
            <a:ext cx="5886450" cy="3267075"/>
          </a:xfrm>
          <a:prstGeom prst="rect">
            <a:avLst/>
          </a:prstGeom>
        </p:spPr>
      </p:pic>
      <p:pic>
        <p:nvPicPr>
          <p:cNvPr id="13" name="圖片 12" descr="一張含有 文字, 螢幕擷取畫面, 字型, 行 的圖片&#10;&#10;AI 產生的內容可能不正確。">
            <a:extLst>
              <a:ext uri="{FF2B5EF4-FFF2-40B4-BE49-F238E27FC236}">
                <a16:creationId xmlns:a16="http://schemas.microsoft.com/office/drawing/2014/main" id="{A07231F2-0A7F-21B3-622C-FAB2DCE9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435" y="5077691"/>
            <a:ext cx="7174008" cy="12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427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D955-BED4-AF08-D80D-5EF447532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65C354-F4E5-B408-D32C-47207EC5D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7"/>
            <a:ext cx="2877336" cy="5507328"/>
          </a:xfrm>
        </p:spPr>
        <p:txBody>
          <a:bodyPr>
            <a:normAutofit/>
          </a:bodyPr>
          <a:lstStyle/>
          <a:p>
            <a:r>
              <a:rPr lang="zh-TW" altLang="en-US" dirty="0"/>
              <a:t>方法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57D8FCD-7EE7-2AE8-0D29-DBCF37C14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0743" y="638650"/>
            <a:ext cx="7034485" cy="3782778"/>
          </a:xfrm>
        </p:spPr>
        <p:txBody>
          <a:bodyPr>
            <a:normAutofit/>
          </a:bodyPr>
          <a:lstStyle/>
          <a:p>
            <a:r>
              <a:rPr lang="zh-TW" altLang="en-US" dirty="0"/>
              <a:t>修飾詞</a:t>
            </a:r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AD44CFC0-8E33-F352-AC0E-82D1B316A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255" y="3771414"/>
            <a:ext cx="9358745" cy="3086586"/>
          </a:xfrm>
          <a:prstGeom prst="rect">
            <a:avLst/>
          </a:prstGeom>
        </p:spPr>
      </p:pic>
      <p:pic>
        <p:nvPicPr>
          <p:cNvPr id="9" name="圖片 8" descr="一張含有 文字, 螢幕擷取畫面, Rectangle, 圖表 的圖片&#10;&#10;AI 產生的內容可能不正確。">
            <a:extLst>
              <a:ext uri="{FF2B5EF4-FFF2-40B4-BE49-F238E27FC236}">
                <a16:creationId xmlns:a16="http://schemas.microsoft.com/office/drawing/2014/main" id="{8D99749F-D83C-8A8A-83B9-06089A1CD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801" y="1048196"/>
            <a:ext cx="5600813" cy="2640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353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2E4E997-8672-4FFD-B8EC-9932A8E47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FE6BA9E6-1D9E-4D30-B528-D49FA134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19F6213-8824-D207-14B4-121C07ED3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459286" cy="1478570"/>
          </a:xfrm>
        </p:spPr>
        <p:txBody>
          <a:bodyPr>
            <a:normAutofit/>
          </a:bodyPr>
          <a:lstStyle/>
          <a:p>
            <a:r>
              <a:rPr lang="zh-TW" altLang="en-US" sz="3200"/>
              <a:t>建構子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90B15A-B86B-BEEE-CAC9-F30214752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4459287" cy="3965046"/>
          </a:xfrm>
        </p:spPr>
        <p:txBody>
          <a:bodyPr>
            <a:normAutofit/>
          </a:bodyPr>
          <a:lstStyle/>
          <a:p>
            <a:r>
              <a:rPr lang="zh-TW" altLang="en-US" sz="2000" dirty="0"/>
              <a:t>修飾詞</a:t>
            </a: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6FB0A5DB-7209-44B5-05CA-E77FB1163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141120"/>
            <a:ext cx="5456279" cy="2550810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53E4DEE-E996-40F8-8635-0FF43D73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7" name="Rectangle 5">
              <a:extLst>
                <a:ext uri="{FF2B5EF4-FFF2-40B4-BE49-F238E27FC236}">
                  <a16:creationId xmlns:a16="http://schemas.microsoft.com/office/drawing/2014/main" id="{08BD1D3E-43CE-49EB-A424-0738950C6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E9182037-E3FA-489A-95D5-29E424842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E8864E76-AD7F-4BEE-B3F6-A78FA42A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8AD071B3-046D-4479-91FE-01E9AD7C8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91D776F5-E902-4A4D-A75D-A46E063C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EBED8F24-A998-4952-AB68-E2074F074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A646-8CDC-49B3-9C44-3EF38DB42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D4E99D14-E4F4-419B-9AAF-8D1CEAB28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377E106C-5445-4A52-9F7E-DA1738744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752BFE96-D378-4BAE-A64B-F851A34C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5">
              <a:extLst>
                <a:ext uri="{FF2B5EF4-FFF2-40B4-BE49-F238E27FC236}">
                  <a16:creationId xmlns:a16="http://schemas.microsoft.com/office/drawing/2014/main" id="{B88FFB19-5A5E-4078-B467-9D4ABD21B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Line 16">
              <a:extLst>
                <a:ext uri="{FF2B5EF4-FFF2-40B4-BE49-F238E27FC236}">
                  <a16:creationId xmlns:a16="http://schemas.microsoft.com/office/drawing/2014/main" id="{11042975-3D19-4728-BCDA-D3F5CD633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A28972BD-D2E1-4DCA-A907-2E3B6F606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8">
              <a:extLst>
                <a:ext uri="{FF2B5EF4-FFF2-40B4-BE49-F238E27FC236}">
                  <a16:creationId xmlns:a16="http://schemas.microsoft.com/office/drawing/2014/main" id="{1C806824-5C2D-4747-B038-69EE4074B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9">
              <a:extLst>
                <a:ext uri="{FF2B5EF4-FFF2-40B4-BE49-F238E27FC236}">
                  <a16:creationId xmlns:a16="http://schemas.microsoft.com/office/drawing/2014/main" id="{3B33F710-16D7-4F48-BFCA-66C9CA235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0">
              <a:extLst>
                <a:ext uri="{FF2B5EF4-FFF2-40B4-BE49-F238E27FC236}">
                  <a16:creationId xmlns:a16="http://schemas.microsoft.com/office/drawing/2014/main" id="{6C8C8ED4-90FA-4E97-AAF0-D5D51E6A9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Rectangle 21">
              <a:extLst>
                <a:ext uri="{FF2B5EF4-FFF2-40B4-BE49-F238E27FC236}">
                  <a16:creationId xmlns:a16="http://schemas.microsoft.com/office/drawing/2014/main" id="{6C5EB9C1-B25F-4172-8A96-5950ECC828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2">
              <a:extLst>
                <a:ext uri="{FF2B5EF4-FFF2-40B4-BE49-F238E27FC236}">
                  <a16:creationId xmlns:a16="http://schemas.microsoft.com/office/drawing/2014/main" id="{097E6E8A-9373-4655-882B-21715CCE9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EB8CC766-1206-4372-ACAF-8230AF4D54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1C8E2511-2489-47B2-9C19-C410910DD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D7820196-0A47-47EF-832C-A688E897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4982E0BF-34AE-48A3-AD6B-E0F3CD05D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CD34643B-9DF2-4310-8868-48252C339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4E020C4E-AF64-44A8-B830-779541D8D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D97BC3D3-B1B3-4825-9169-BBEF1DBCF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A750DC4F-1DAF-470E-98C6-6C68DEB93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2F99594A-5BBD-4E10-A818-8BE52B7D9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0" name="圖片 9" descr="一張含有 文字, 螢幕擷取畫面, Rectangle, 字型 的圖片&#10;&#10;AI 產生的內容可能不正確。">
            <a:extLst>
              <a:ext uri="{FF2B5EF4-FFF2-40B4-BE49-F238E27FC236}">
                <a16:creationId xmlns:a16="http://schemas.microsoft.com/office/drawing/2014/main" id="{1D4D329A-31DB-8CF3-9107-1790D688E8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9191" y="3171127"/>
            <a:ext cx="3276600" cy="27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5044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85</TotalTime>
  <Words>32</Words>
  <Application>Microsoft Office PowerPoint</Application>
  <PresentationFormat>寬螢幕</PresentationFormat>
  <Paragraphs>10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8" baseType="lpstr">
      <vt:lpstr>Arial</vt:lpstr>
      <vt:lpstr>Tw Cen MT</vt:lpstr>
      <vt:lpstr>電路</vt:lpstr>
      <vt:lpstr>JAVA</vt:lpstr>
      <vt:lpstr>物件導向程式-類別與物件</vt:lpstr>
      <vt:lpstr>變數</vt:lpstr>
      <vt:lpstr>方法</vt:lpstr>
      <vt:lpstr>建構子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8</cp:revision>
  <dcterms:created xsi:type="dcterms:W3CDTF">2026-02-04T12:29:30Z</dcterms:created>
  <dcterms:modified xsi:type="dcterms:W3CDTF">2026-02-04T14:56:55Z</dcterms:modified>
</cp:coreProperties>
</file>