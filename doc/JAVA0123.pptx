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 varScale="1">
        <p:scale>
          <a:sx n="138" d="100"/>
          <a:sy n="138" d="100"/>
        </p:scale>
        <p:origin x="110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2026/1/22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Event QR code">
            <a:extLst>
              <a:ext uri="{FF2B5EF4-FFF2-40B4-BE49-F238E27FC236}">
                <a16:creationId xmlns:a16="http://schemas.microsoft.com/office/drawing/2014/main" id="{A2666753-8954-E177-DE30-B2695F2C4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6530" y="1136606"/>
            <a:ext cx="4577297" cy="4577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順序結構</a:t>
            </a:r>
            <a:endParaRPr lang="en-US" altLang="zh-TW" dirty="0"/>
          </a:p>
          <a:p>
            <a:r>
              <a:rPr lang="zh-TW" altLang="en-US" dirty="0"/>
              <a:t>分支結構</a:t>
            </a:r>
            <a:endParaRPr lang="en-US" altLang="zh-TW" dirty="0"/>
          </a:p>
          <a:p>
            <a:pPr lvl="1"/>
            <a:r>
              <a:rPr lang="en-US" altLang="zh-TW" dirty="0"/>
              <a:t>If</a:t>
            </a:r>
            <a:r>
              <a:rPr lang="zh-TW" altLang="en-US" dirty="0"/>
              <a:t>條件式</a:t>
            </a:r>
            <a:endParaRPr lang="en-US" altLang="zh-TW" dirty="0"/>
          </a:p>
          <a:p>
            <a:pPr lvl="1"/>
            <a:r>
              <a:rPr lang="en-US" altLang="zh-TW" dirty="0"/>
              <a:t>switch</a:t>
            </a:r>
            <a:r>
              <a:rPr lang="zh-TW" altLang="en-US" dirty="0"/>
              <a:t>式</a:t>
            </a:r>
            <a:endParaRPr lang="en-US" altLang="zh-TW" dirty="0"/>
          </a:p>
          <a:p>
            <a:r>
              <a:rPr lang="zh-TW" altLang="en-US" dirty="0"/>
              <a:t>迴圈結構</a:t>
            </a:r>
            <a:endParaRPr lang="en-US" altLang="zh-TW" dirty="0"/>
          </a:p>
          <a:p>
            <a:pPr lvl="1"/>
            <a:r>
              <a:rPr lang="en-US" altLang="zh-TW" dirty="0"/>
              <a:t>While</a:t>
            </a:r>
          </a:p>
          <a:p>
            <a:pPr lvl="1"/>
            <a:r>
              <a:rPr lang="en-US" altLang="zh-TW" dirty="0"/>
              <a:t>Do while</a:t>
            </a:r>
          </a:p>
          <a:p>
            <a:pPr lvl="1"/>
            <a:r>
              <a:rPr lang="en-US" altLang="zh-TW" dirty="0"/>
              <a:t>For</a:t>
            </a:r>
          </a:p>
          <a:p>
            <a:pPr lvl="1"/>
            <a:r>
              <a:rPr lang="zh-TW" altLang="en-US" dirty="0"/>
              <a:t>巢狀迴圈 </a:t>
            </a:r>
            <a:r>
              <a:rPr lang="en-US" altLang="zh-TW" dirty="0"/>
              <a:t>(Nested Loops)</a:t>
            </a:r>
          </a:p>
          <a:p>
            <a:r>
              <a:rPr lang="zh-TW" altLang="en-US" dirty="0"/>
              <a:t>控制迴圈結構</a:t>
            </a:r>
            <a:endParaRPr lang="en-US" altLang="zh-TW" dirty="0"/>
          </a:p>
          <a:p>
            <a:pPr lvl="1"/>
            <a:r>
              <a:rPr lang="en-US" altLang="zh-TW" dirty="0"/>
              <a:t>Break</a:t>
            </a:r>
          </a:p>
          <a:p>
            <a:pPr lvl="1"/>
            <a:r>
              <a:rPr lang="en-US" altLang="zh-TW" dirty="0"/>
              <a:t>Continue</a:t>
            </a:r>
          </a:p>
          <a:p>
            <a:pPr lvl="1"/>
            <a:r>
              <a:rPr lang="en-US" altLang="zh-TW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rgbClr val="FFFFFF"/>
                </a:solidFill>
              </a:rPr>
              <a:t>switch</a:t>
            </a:r>
            <a:r>
              <a:rPr lang="zh-TW" altLang="en-US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內容版面配置區 4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1C73ADCF-2192-06BB-9C11-5BED9B7ED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617" y="1451960"/>
            <a:ext cx="3178638" cy="3948618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1624</TotalTime>
  <Words>230</Words>
  <Application>Microsoft Office PowerPoint</Application>
  <PresentationFormat>寬螢幕</PresentationFormat>
  <Paragraphs>60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5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34</cp:revision>
  <dcterms:created xsi:type="dcterms:W3CDTF">2026-01-18T05:44:44Z</dcterms:created>
  <dcterms:modified xsi:type="dcterms:W3CDTF">2026-01-21T16:53:52Z</dcterms:modified>
</cp:coreProperties>
</file>